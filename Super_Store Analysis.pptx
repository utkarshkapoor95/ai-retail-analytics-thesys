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Superstore Sales &amp; Profit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Transforming retail data into actionable business insights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787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9210" dir="2700000">
              <a:srgbClr val="b5c1e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2B9F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Dataset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~5,900 records with sales, profit, quantity, category, region, segment, and customer data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787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9210" dir="2700000">
              <a:srgbClr val="b5c1e2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2B9F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 Processing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Cleaned missing values, standardized columns, converted dates, created year/month features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787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9210" dir="2700000">
              <a:srgbClr val="b5c1e2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2B9F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SQL Analysis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44151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Structured queries for sales by category, profit by region, top customers, monthly trends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name="adj" fmla="val 787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9210" dir="2700000">
              <a:srgbClr val="b5c1e2">
                <a:alpha val="10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2B9F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Power BI Dashboard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Interactive visualizations for comprehensive sales and profit analysis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2274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Dashboard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7636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Comprehensive Power BI dashboard showing sales distribution across regions, segment breakdown, monthly trends, and top customer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29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Key Metrics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2866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1.57M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46604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Total Sales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15088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 of all revenue across the dataset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62866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175K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46604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Total Profit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515088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Positive net earnings with regional variation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62866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22K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46604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Quantity Sold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515088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units across all product categories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58279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Category Performance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Office Supplies Leads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Generates highest revenue among all categories, indicating strong demand and consistent sales patterns.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981" y="2327434"/>
            <a:ext cx="8284131" cy="46236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301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Regional Performance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179082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9210" dir="2700000">
              <a:srgbClr val="b5c1e2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249710" y="2179082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A2B9F9"/>
          </a:solidFill>
          <a:ln/>
        </p:spPr>
      </p:sp>
      <p:sp>
        <p:nvSpPr>
          <p:cNvPr id="6" name="Text 3"/>
          <p:cNvSpPr/>
          <p:nvPr/>
        </p:nvSpPr>
        <p:spPr>
          <a:xfrm>
            <a:off x="6628924" y="24363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West Region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28924" y="2926794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Highest profit contributor, demonstrating strong market performance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4136708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9210" dir="2700000">
              <a:srgbClr val="b5c1e2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49710" y="4136708"/>
            <a:ext cx="121920" cy="1367909"/>
          </a:xfrm>
          <a:prstGeom prst="roundRect">
            <a:avLst>
              <a:gd name="adj" fmla="val 167442"/>
            </a:avLst>
          </a:prstGeom>
          <a:solidFill>
            <a:srgbClr val="A2B9F9"/>
          </a:solidFill>
          <a:ln/>
        </p:spPr>
      </p:sp>
      <p:sp>
        <p:nvSpPr>
          <p:cNvPr id="10" name="Text 7"/>
          <p:cNvSpPr/>
          <p:nvPr/>
        </p:nvSpPr>
        <p:spPr>
          <a:xfrm>
            <a:off x="6628924" y="43940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East Region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28924" y="4884420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Stable performance with consistent revenue generation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731431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9210" dir="2700000">
              <a:srgbClr val="b5c1e2">
                <a:alpha val="1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49710" y="5731431"/>
            <a:ext cx="121920" cy="1367909"/>
          </a:xfrm>
          <a:prstGeom prst="roundRect">
            <a:avLst>
              <a:gd name="adj" fmla="val 167442"/>
            </a:avLst>
          </a:prstGeom>
          <a:solidFill>
            <a:srgbClr val="A2B9F9"/>
          </a:solidFill>
          <a:ln/>
        </p:spPr>
      </p:sp>
      <p:sp>
        <p:nvSpPr>
          <p:cNvPr id="14" name="Text 11"/>
          <p:cNvSpPr/>
          <p:nvPr/>
        </p:nvSpPr>
        <p:spPr>
          <a:xfrm>
            <a:off x="6628924" y="5988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Central &amp; South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628924" y="6479143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Underperforming regions requiring strategic focus and improvement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5212"/>
            <a:ext cx="73622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Customer &amp; Segment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381970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49%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1964293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56501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Home Office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14052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Largest segment share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381970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33%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1964293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56501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Corporate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14052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Growth opportunity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381970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18%</a:t>
            </a:r>
            <a:endParaRPr lang="en-US" sz="4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1964293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56501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Consumer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14052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Dominant but limited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675858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small group of customers contributes a large share of revenue, creating customer concentration risk with heavy reliance on key buyers.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1768"/>
            <a:ext cx="69426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Business Recommendations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74175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2200989"/>
            <a:ext cx="42381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Improve Low-Performing Regions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2691408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on Central and South regions to boost profitability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335060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3561874"/>
            <a:ext cx="35194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Expand Corporate Segment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4052292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Leverage growth potential in underdeveloped segments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695944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Strengthen Retention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5413177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 customer concentration risk through diversification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6056828"/>
            <a:ext cx="1134070" cy="13608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54674" y="6283643"/>
            <a:ext cx="44852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Promote High-Performing Products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154674" y="6774061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Capitalize on Office Supplies success across all regions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analysis highlights key business strengths and weaknesses. By leveraging data-driven strategies, the company can improve profitability, optimize operations, and enhance customer engagement.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2026-03-22T19:00:03Z</dcterms:created>
  <dcterms:modified xsi:type="dcterms:W3CDTF">2026-03-22T19:00:03Z</dcterms:modified>
</cp:coreProperties>
</file>